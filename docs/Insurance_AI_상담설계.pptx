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691640"/>
            <a:ext cx="548640" cy="548640"/>
          </a:xfrm>
          <a:prstGeom prst="roundRect">
            <a:avLst>
              <a:gd name="adj" fmla="val 23333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517904" y="17190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Insurance AI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17904" y="198424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B0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Better decisions, clearly.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 보험 상담 AI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화면 설계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59536" y="44348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1일 오픈 · 1차 범위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59536" y="4956048"/>
            <a:ext cx="2011680" cy="0"/>
          </a:xfrm>
          <a:prstGeom prst="line">
            <a:avLst/>
          </a:prstGeom>
          <a:noFill/>
          <a:ln w="38100">
            <a:solidFill>
              <a:srgbClr val="14A0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517550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F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아이에프에이 AX팀 · 2026.08.14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플로우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진행됩니다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1일 버전 기준. 화면 순서대로 보시면 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4A0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2084832"/>
            <a:ext cx="512064" cy="512064"/>
          </a:xfrm>
          <a:prstGeom prst="ellipse">
            <a:avLst/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8448" y="20848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4944" y="2761488"/>
            <a:ext cx="1719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답변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94944" y="3108960"/>
            <a:ext cx="17190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골절되면 보상되나요?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94944" y="3602736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일반지식으로 먼저 답합니다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78608" y="288036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98064" y="187452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47872" y="2084832"/>
            <a:ext cx="512064" cy="512064"/>
          </a:xfrm>
          <a:prstGeom prst="ellipse">
            <a:avLst/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47872" y="20848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944368" y="2761488"/>
            <a:ext cx="1719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등록하기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44368" y="3108960"/>
            <a:ext cx="17190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보험사 → 상품 → 약관 시점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944368" y="3602736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가입한 상품을 짚어냅니다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28032" y="288036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47488" y="187452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97296" y="2084832"/>
            <a:ext cx="512064" cy="512064"/>
          </a:xfrm>
          <a:prstGeom prst="ellipse">
            <a:avLst/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97296" y="20848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193792" y="2761488"/>
            <a:ext cx="1719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193792" y="3108960"/>
            <a:ext cx="17190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먼저 · 근거 조항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193792" y="3602736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약관인지 함께 표시합니다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77456" y="288036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296912" y="187452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0" y="2084832"/>
            <a:ext cx="512064" cy="512064"/>
          </a:xfrm>
          <a:prstGeom prst="ellipse">
            <a:avLst/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0" y="20848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443216" y="2761488"/>
            <a:ext cx="1719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약관북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43216" y="3108960"/>
            <a:ext cx="17190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폴더에 쌓임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43216" y="3602736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 약관 안에서만 답합니다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326880" y="288036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546336" y="187452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296144" y="2084832"/>
            <a:ext cx="512064" cy="512064"/>
          </a:xfrm>
          <a:prstGeom prst="ellipse">
            <a:avLst/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96144" y="20848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9692640" y="2761488"/>
            <a:ext cx="1719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등록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692640" y="3108960"/>
            <a:ext cx="17190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추가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92640" y="3602736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Data가 열리면 한 번에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4443984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2960" y="455371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①에서 「이 답변으로 충분해요」로 끝낼 수 있습니다.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대부분의 상담은 한 건 확인하고 끝납니다.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정확히 봐야 할 때만 「약관 등록하기」로 ②에 들어갑니다 —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만들지 않아도 됩니다.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5449824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14201B"/>
          </a:solidFill>
          <a:ln w="12700">
            <a:solidFill>
              <a:srgbClr val="14201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8680" y="555955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 버전입니다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931920" y="5559552"/>
            <a:ext cx="7406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C7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버전에서는 My Data가 붙어 계약이 한 번에 들어오고, 보장분석이 결합되면 「얼마 나와요?」까지 답합니다. 지금 구조를 바꾸지 않고 얹는 방식입니다.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① 일반 답변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일반으로 답하고, 개인화는 고르게 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「골절되면 보상되나요?」는 일반지식만으로 답이 나옵니다. 여기서 「이 답변으로 충분해요」로 끝내거나, 「약관 등록하기」로 넘어갑니다.</a:t>
            </a:r>
            <a:endParaRPr lang="en-US" sz="1200" dirty="0"/>
          </a:p>
        </p:txBody>
      </p:sp>
      <p:pic>
        <p:nvPicPr>
          <p:cNvPr id="5" name="Image 0" descr="/tmp/claude-0/-home-user-chacha6377/ca7f6080-cf3a-5093-8a0d-eb3bfdb80785/scratchpad/app_branch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52" y="1298448"/>
            <a:ext cx="10303417" cy="41696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614416"/>
            <a:ext cx="352044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5614416"/>
            <a:ext cx="64008" cy="78638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568756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답변은 실패가 아니다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8096" y="5943600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「이 답변으로 충분해요」를 같은 무게로 둡니다.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88536" y="5614416"/>
            <a:ext cx="352044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88536" y="5614416"/>
            <a:ext cx="64008" cy="78638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7992" y="568756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입구는 약관이지 고객이 아니다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507992" y="5943600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상품을 고르면 그 약관 기준으로 답이 바뀝니다.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28432" y="5614416"/>
            <a:ext cx="352044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28432" y="5614416"/>
            <a:ext cx="64008" cy="78638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47888" y="568756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금액은 말하지 않는다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47888" y="5943600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· 지급 조건 · 면책은 상품과 판마다 다릅니다.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② 「약관 등록하기」를 누르면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 전에 정확한 상품을 짚어냅니다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보험사는 치거나 눌러 고르고, 상품은 검색으로 매칭합니다. 약관 시점까지 정해져야 검색이 열립니다.</a:t>
            </a:r>
            <a:endParaRPr lang="en-US" sz="1200" dirty="0"/>
          </a:p>
        </p:txBody>
      </p:sp>
      <p:pic>
        <p:nvPicPr>
          <p:cNvPr id="5" name="Image 0" descr="/tmp/claude-0/-home-user-chacha6377/ca7f6080-cf3a-5093-8a0d-eb3bfdb80785/scratchpad/app_scope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52" y="1298448"/>
            <a:ext cx="10303417" cy="41696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614416"/>
            <a:ext cx="352044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5614416"/>
            <a:ext cx="64008" cy="78638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568756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보종은 묻지 않는다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8096" y="5943600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상품명을 이미 알고 있으니 검색이 더 빠릅니다.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88536" y="5614416"/>
            <a:ext cx="352044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88536" y="5614416"/>
            <a:ext cx="64008" cy="78638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7992" y="568756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상품을 함께 본다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507992" y="5943600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「참좋은동행」과 「동행Ⅱ」는 다른 약관입니다.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28432" y="5614416"/>
            <a:ext cx="352044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28432" y="5614416"/>
            <a:ext cx="64008" cy="78638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47888" y="568756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실손은 판이 아니라 세대로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47888" y="5943600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1~4세대가 보상 갈래를 정합니다. 약관 150건이 필요 없습니다.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③ 답변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면책을 먼저 판정하고 조항으로 근거를 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만들지 않고 그냥 묻는 경로입니다. 대부분의 상담이 여기서 끝납니다.</a:t>
            </a:r>
            <a:endParaRPr lang="en-US" sz="1200" dirty="0"/>
          </a:p>
        </p:txBody>
      </p:sp>
      <p:pic>
        <p:nvPicPr>
          <p:cNvPr id="5" name="Image 0" descr="/tmp/claude-0/-home-user-chacha6377/ca7f6080-cf3a-5093-8a0d-eb3bfdb80785/scratchpad/app_ask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52" y="1298448"/>
            <a:ext cx="10303417" cy="41696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614416"/>
            <a:ext cx="352044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5614416"/>
            <a:ext cx="64008" cy="78638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568756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면책이 먼저다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8096" y="5943600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지급사유를 먼저 보이면 아래 면책은 읽히지 않습니다.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88536" y="5614416"/>
            <a:ext cx="352044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88536" y="5614416"/>
            <a:ext cx="64008" cy="78638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7992" y="568756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근거를 조항으로 제시한다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507992" y="5943600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제5조 1항 6호까지 짚어야 고객에게 읽어줄 수 있습니다.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28432" y="5614416"/>
            <a:ext cx="352044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28432" y="5614416"/>
            <a:ext cx="64008" cy="78638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47888" y="568756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약관인지 항상 보인다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47888" y="5943600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보이면 틀려도 알아챌 수 없습니다.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④ 약관북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폴더를 열면 질문 범위가 그 고객으로 잠깁니다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화면이 차별점의 실체입니다. 상담할수록 고객별 약관이 쌓입니다.</a:t>
            </a:r>
            <a:endParaRPr lang="en-US" sz="1200" dirty="0"/>
          </a:p>
        </p:txBody>
      </p:sp>
      <p:pic>
        <p:nvPicPr>
          <p:cNvPr id="5" name="Image 0" descr="/tmp/claude-0/-home-user-chacha6377/ca7f6080-cf3a-5093-8a0d-eb3bfdb80785/scratchpad/app_entry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52" y="1298448"/>
            <a:ext cx="10303417" cy="41696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614416"/>
            <a:ext cx="352044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5614416"/>
            <a:ext cx="64008" cy="78638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568756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폴더가 곧 검색 범위다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8096" y="5943600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 약관 4건 안에서만 찾습니다.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88536" y="5614416"/>
            <a:ext cx="352044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88536" y="5614416"/>
            <a:ext cx="64008" cy="78638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7992" y="568756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청구 누락을 잡는다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507992" y="5943600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담보가 여러 계약에 걸치면 모두 보여줍니다.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28432" y="5614416"/>
            <a:ext cx="352044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28432" y="5614416"/>
            <a:ext cx="64008" cy="78638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47888" y="568756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답할 수 있는 수를 밝힌다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47888" y="5943600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약관이 2건뿐이면 「답할 수 있는 건 2건」이라고 씁니다.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⑤ 약관 등록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하나씩 넣습니다. My Data가 열리면 한 번에 들어옵니다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경로를 빠른 순으로 놓되, 아직 안 열린 것은 두되 잠급니다.</a:t>
            </a:r>
            <a:endParaRPr lang="en-US" sz="1200" dirty="0"/>
          </a:p>
        </p:txBody>
      </p:sp>
      <p:pic>
        <p:nvPicPr>
          <p:cNvPr id="5" name="Image 0" descr="/tmp/claude-0/-home-user-chacha6377/ca7f6080-cf3a-5093-8a0d-eb3bfdb80785/scratchpad/app_register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52" y="1298448"/>
            <a:ext cx="10303417" cy="41696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614416"/>
            <a:ext cx="352044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5614416"/>
            <a:ext cx="64008" cy="78638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568756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열린 길도 보여준다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8096" y="5943600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 열릴 경로가 있다는 사실 자체가 안내입니다.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88536" y="5614416"/>
            <a:ext cx="352044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88536" y="5614416"/>
            <a:ext cx="64008" cy="78638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7992" y="568756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말한 상품은 다시 안 찾는다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507992" y="5943600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가장 빠른 길입니다.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28432" y="5614416"/>
            <a:ext cx="352044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28432" y="5614416"/>
            <a:ext cx="64008" cy="78638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47888" y="568756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「최근 등록한 상품」은 뺐다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47888" y="5943600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고객 계약을 끌어오게 됩니다.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1일은 시작입니다.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구조 위에 계속 얹습니다.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3931920"/>
            <a:ext cx="3291840" cy="0"/>
          </a:xfrm>
          <a:prstGeom prst="line">
            <a:avLst/>
          </a:prstGeom>
          <a:noFill/>
          <a:ln w="31750">
            <a:solidFill>
              <a:srgbClr val="14A0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059936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4A0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· 10월 1일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43342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약관을 직접 짚어 답합니다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681728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9BA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보험사 → 상품 → 약관 시점을 고르고, 그 약관 안에서만 답합니다. 고객 폴더에 쌓입니다.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3291840" cy="0"/>
          </a:xfrm>
          <a:prstGeom prst="line">
            <a:avLst/>
          </a:prstGeom>
          <a:noFill/>
          <a:ln w="31750">
            <a:solidFill>
              <a:srgbClr val="4E8F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4059936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E8F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· My Data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34840" y="43342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고르지 않아도 됩니다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34840" y="4681728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9BA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계약이 한 번에 들어와 약관이 자동으로 정해집니다. 클릭이 사라집니다.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3931920"/>
            <a:ext cx="3291840" cy="0"/>
          </a:xfrm>
          <a:prstGeom prst="line">
            <a:avLst/>
          </a:prstGeom>
          <a:noFill/>
          <a:ln w="31750">
            <a:solidFill>
              <a:srgbClr val="C9A5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4059936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A56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 · 보장분석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46720" y="43342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「얼마 나와요?」에 답합니다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46720" y="4681728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9BA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담보와 금액이 붙어 보장공백 · 비교까지 갑니다.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6126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아이에프에이 AX팀 · 화면 속 고객명과 대화는 가상입니다.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Insurance AI 상담 화면 설계</dc:title>
  <dc:subject>PptxGenJS Presentation</dc:subject>
  <dc:creator>iFA AX팀</dc:creator>
  <cp:lastModifiedBy>iFA AX팀</cp:lastModifiedBy>
  <cp:revision>1</cp:revision>
  <dcterms:created xsi:type="dcterms:W3CDTF">2026-08-14T06:18:21Z</dcterms:created>
  <dcterms:modified xsi:type="dcterms:W3CDTF">2026-08-14T06:18:21Z</dcterms:modified>
</cp:coreProperties>
</file>